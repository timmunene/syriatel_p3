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e68c15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e68c15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7e68c15e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7e68c15e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803f063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803f063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803f063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803f063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803f0637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803f0637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803f0637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803f063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03f0637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03f0637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7e68c15e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7e68c15e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Churn </a:t>
            </a:r>
            <a:r>
              <a:rPr lang="en"/>
              <a:t>prediction</a:t>
            </a:r>
            <a:r>
              <a:rPr lang="en"/>
              <a:t> for SyriaTel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"/>
              <a:t>Timothy Ikiao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 and Stakeholder Understanding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Business problem is that customers or users are terminating their custom with the Telco. This churn is making it difficult to determine revenue and is a threat to the stability of the business.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Syriatel therefore  wishes to identify </a:t>
            </a:r>
            <a:r>
              <a:rPr lang="en"/>
              <a:t>customers</a:t>
            </a:r>
            <a:r>
              <a:rPr lang="en"/>
              <a:t> who are likely to leave or churn before they actually do leave and the drivers of this churn.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key stakeholder here is the telecommunications company, specifically the Customer Retention Manager at the Telco.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data provided and analysed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provided consists of 21 columns with 3333 entries. Columns include data on churn,  calls and minutes during the day, evening,  night and internationally.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Important to note is that the data is </a:t>
            </a:r>
            <a:r>
              <a:rPr lang="en"/>
              <a:t>imbalanced</a:t>
            </a:r>
            <a:r>
              <a:rPr lang="en"/>
              <a:t> meaning that 85% of the data provided is of customers who did not churn while only 14.5% is of customers who churned.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presents a challenge in modelling and evaluation of models and this will be one of the limitations.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Development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variable to be predicted was identified as ‘churn’ (y) while the other columns formed the feature columns (X) except phone no. and total charges columns.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80% of the data was used to train the model while 20% of the data was used for testing. This is an accepted industry standard.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used logistic regression and decision trees in modelling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Logistic regression baseline model was developed for each but we found need to tune these owing to the imbalanced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Decision tree model was used to predict using more complex data patterns.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 title="Model Comparison.png"/>
          <p:cNvPicPr preferRelativeResize="0"/>
          <p:nvPr/>
        </p:nvPicPr>
        <p:blipFill rotWithShape="1">
          <a:blip r:embed="rId3">
            <a:alphaModFix/>
          </a:blip>
          <a:srcRect b="0" l="-4230" r="4229" t="-2312"/>
          <a:stretch/>
        </p:blipFill>
        <p:spPr>
          <a:xfrm>
            <a:off x="929475" y="671975"/>
            <a:ext cx="6772725" cy="39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comparison in</a:t>
            </a:r>
            <a:r>
              <a:rPr lang="en"/>
              <a:t>, we see that the untuned decision tree achieved 90% accuracy on the test set with balanced performance on recall and precision.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Although this model was overfitting i.e. could have generalised and left out noise better, it is the best performing when predicting customers likely to churn.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flagged 64% of customers that truly churned and there is a strong balance between detection and model efficiency.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Decision Tree provides the most practical balance.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Drivers of churn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Customers who got in touch with customer service more frequently are more likely to churn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International plan and high daytime service users showed higher churn possibility.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Service Improvement and promotion should be </a:t>
            </a:r>
            <a:r>
              <a:rPr lang="en"/>
              <a:t>targeted</a:t>
            </a:r>
            <a:r>
              <a:rPr lang="en"/>
              <a:t> at the above used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Churn driv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13" y="414338"/>
            <a:ext cx="681037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Recommendations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 quality of service and duration availability of service during the daytime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Check on efficacy of the international calling plan and ways of improving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Offer retention incentives as the service is improved.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Review customer service call details to determine major customer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Offer incentives for users to make calls in the evening or night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possible, provide fresh data with more data on customers who churned historically.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